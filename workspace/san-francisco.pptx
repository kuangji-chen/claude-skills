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8847" y="1566863"/>
            <a:ext cx="61663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FRANCISCO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810000" y="2855863"/>
            <a:ext cx="1524000" cy="50750"/>
          </a:xfrm>
          <a:prstGeom prst="rect">
            <a:avLst/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15475" y="3224064"/>
            <a:ext cx="27129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City by the Bay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01626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SF Great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82626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Iconic Landmarks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901726"/>
            <a:ext cx="2540050" cy="162579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Gate Bridge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Alcatraz Island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Painted Ladies of Alamo Square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Fisherman's Wharf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01901" y="1482626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&amp; Innovation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01901" y="1901726"/>
            <a:ext cx="2540050" cy="13768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tech capital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neighborhoods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Michelin-star dining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Vibrant arts scene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1" y="1482626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Beauty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1" y="1901726"/>
            <a:ext cx="2540050" cy="13768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Stunning bay views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mild weather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Parks and green spaces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beaches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1" y="3532436"/>
            <a:ext cx="2540050" cy="581025"/>
          </a:xfrm>
          <a:prstGeom prst="roundRect">
            <a:avLst>
              <a:gd name="adj" fmla="val 13115"/>
            </a:avLst>
          </a:prstGeom>
          <a:solidFill>
            <a:srgbClr val="5EA8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64761" y="3722936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to 850,000+ residents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778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39973"/>
            <a:ext cx="8127950" cy="3663404"/>
          </a:xfrm>
          <a:prstGeom prst="roundRect">
            <a:avLst>
              <a:gd name="adj" fmla="val 27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03911" y="1247924"/>
            <a:ext cx="6736029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800" b="1" i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"San Francisco is 49 square miles surrounded by reality."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03911" y="2320975"/>
            <a:ext cx="6736029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2500"/>
              </a:spcAft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city where innovation meets tradition, where hills meet the sea, and where every neighborhood tells a unique story.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38488" y="3247727"/>
            <a:ext cx="2866876" cy="647700"/>
          </a:xfrm>
          <a:prstGeom prst="roundRect">
            <a:avLst>
              <a:gd name="adj" fmla="val 7843"/>
            </a:avLst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98439" y="3400127"/>
            <a:ext cx="21469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San Francisco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Francisco</dc:title>
  <dc:subject>PptxGenJS Presentation</dc:subject>
  <dc:creator>Claude</dc:creator>
  <cp:lastModifiedBy>Claude</cp:lastModifiedBy>
  <cp:revision>1</cp:revision>
  <dcterms:created xsi:type="dcterms:W3CDTF">2026-01-03T04:47:51Z</dcterms:created>
  <dcterms:modified xsi:type="dcterms:W3CDTF">2026-01-03T04:47:51Z</dcterms:modified>
</cp:coreProperties>
</file>